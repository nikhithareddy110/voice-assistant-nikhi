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Voice Assistant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Introduction to Voice Assistant</a:t>
            </a:r>
          </a:p>
          <a:p>
            <a:r>
              <a:t>Name: </a:t>
            </a:r>
          </a:p>
          <a:p>
            <a:r>
              <a:t>Class: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Voice Assistant?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voice assistant is an AI-based software that understands and responds to human voice commands.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Google Assistant</a:t>
            </a:r>
          </a:p>
          <a:p>
            <a:r>
              <a:t>Alexa</a:t>
            </a:r>
          </a:p>
          <a:p>
            <a:r>
              <a:t>Siri</a:t>
            </a:r>
          </a:p>
          <a:p>
            <a:r>
              <a:t>Cortana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gives voice input</a:t>
            </a:r>
          </a:p>
          <a:p>
            <a:r>
              <a:t>Speech is converted to text</a:t>
            </a:r>
          </a:p>
          <a:p>
            <a:r>
              <a:t>AI processes the request</a:t>
            </a:r>
          </a:p>
          <a:p>
            <a:r>
              <a:t>Gives voice or text response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Speech recognition</a:t>
            </a:r>
          </a:p>
          <a:p>
            <a:r>
              <a:t>Natural language processing</a:t>
            </a:r>
          </a:p>
          <a:p>
            <a:r>
              <a:t>Task automation</a:t>
            </a:r>
          </a:p>
          <a:p>
            <a:r>
              <a:t>Smart device control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Mobile phones</a:t>
            </a:r>
          </a:p>
          <a:p>
            <a:r>
              <a:t>Smart homes</a:t>
            </a:r>
          </a:p>
          <a:p>
            <a:r>
              <a:t>Education</a:t>
            </a:r>
          </a:p>
          <a:p>
            <a:r>
              <a:t>Healthcare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Hands-free operation</a:t>
            </a:r>
          </a:p>
          <a:p>
            <a:r>
              <a:t>Saves time</a:t>
            </a:r>
          </a:p>
          <a:p>
            <a:r>
              <a:t>Easy access to information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Needs internet</a:t>
            </a:r>
          </a:p>
          <a:p>
            <a:r>
              <a:t>Privacy issues</a:t>
            </a:r>
          </a:p>
          <a:p>
            <a:r>
              <a:t>May misunderstand commands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More accurate responses</a:t>
            </a:r>
          </a:p>
          <a:p>
            <a:r>
              <a:t>Better language support</a:t>
            </a:r>
          </a:p>
          <a:p>
            <a:r>
              <a:t>Used in more devices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Voice assistants make life easier and smarter using artificial intelligence.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